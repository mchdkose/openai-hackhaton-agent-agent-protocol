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2c6fe79c954ca9" /><Relationship Type="http://schemas.openxmlformats.org/officeDocument/2006/relationships/extended-properties" Target="/docProps/app.xml" Id="R5f43fb11572d4e8a" /><Relationship Type="http://schemas.openxmlformats.org/officeDocument/2006/relationships/officeDocument" Target="/ppt/presentation.xml" Id="Radb83ad68db143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3624c0478e4258"/>
  </p:sldMasterIdLst>
  <p:notesMasterIdLst>
    <p:notesMasterId xmlns:r="http://schemas.openxmlformats.org/officeDocument/2006/relationships" r:id="R52c9dc86205a45ab"/>
  </p:notesMasterIdLst>
  <p:sldIdLst>
    <p:sldId xmlns:r="http://schemas.openxmlformats.org/officeDocument/2006/relationships" id="256" r:id="Ra9e6f1e8d5764da9"/>
    <p:sldId xmlns:r="http://schemas.openxmlformats.org/officeDocument/2006/relationships" id="257" r:id="R7d17c21bd4814ee2"/>
    <p:sldId xmlns:r="http://schemas.openxmlformats.org/officeDocument/2006/relationships" id="258" r:id="R6df8106315b34002"/>
    <p:sldId xmlns:r="http://schemas.openxmlformats.org/officeDocument/2006/relationships" id="259" r:id="R400ec48b19fc455b"/>
    <p:sldId xmlns:r="http://schemas.openxmlformats.org/officeDocument/2006/relationships" id="260" r:id="R68afc7fa391b4559"/>
    <p:sldId xmlns:r="http://schemas.openxmlformats.org/officeDocument/2006/relationships" id="261" r:id="Reddea365b56f4a0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f7736a86b14286" /><Relationship Type="http://schemas.openxmlformats.org/officeDocument/2006/relationships/slideMaster" Target="/ppt/slideMasters/slideMaster1.xml" Id="R673624c0478e4258" /><Relationship Type="http://schemas.openxmlformats.org/officeDocument/2006/relationships/notesMaster" Target="/ppt/notesMasters/notesMaster1.xml" Id="R52c9dc86205a45ab" /><Relationship Type="http://schemas.openxmlformats.org/officeDocument/2006/relationships/presProps" Target="/ppt/presProps.xml" Id="R1a4d59ffe33046f7" /><Relationship Type="http://schemas.openxmlformats.org/officeDocument/2006/relationships/tableStyles" Target="/ppt/tableStyles.xml" Id="R7b851cb0c9f542d4" /><Relationship Type="http://schemas.openxmlformats.org/officeDocument/2006/relationships/slide" Target="/ppt/slides/slide1.xml" Id="Ra9e6f1e8d5764da9" /><Relationship Type="http://schemas.openxmlformats.org/officeDocument/2006/relationships/slide" Target="/ppt/slides/slide2.xml" Id="R7d17c21bd4814ee2" /><Relationship Type="http://schemas.openxmlformats.org/officeDocument/2006/relationships/slide" Target="/ppt/slides/slide3.xml" Id="R6df8106315b34002" /><Relationship Type="http://schemas.openxmlformats.org/officeDocument/2006/relationships/slide" Target="/ppt/slides/slide4.xml" Id="R400ec48b19fc455b" /><Relationship Type="http://schemas.openxmlformats.org/officeDocument/2006/relationships/slide" Target="/ppt/slides/slide5.xml" Id="R68afc7fa391b4559" /><Relationship Type="http://schemas.openxmlformats.org/officeDocument/2006/relationships/slide" Target="/ppt/slides/slide6.xml" Id="Reddea365b56f4a0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8c6b895dae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804d3ab7634e7d" /><Relationship Type="http://schemas.openxmlformats.org/officeDocument/2006/relationships/notesMaster" Target="/ppt/notesMasters/notesMaster1.xml" Id="Rdde73d29460b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f66d5f75e94d3c" /><Relationship Type="http://schemas.openxmlformats.org/officeDocument/2006/relationships/notesMaster" Target="/ppt/notesMasters/notesMaster1.xml" Id="Rc29208bd4f4f45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99c797b1154c55" /><Relationship Type="http://schemas.openxmlformats.org/officeDocument/2006/relationships/notesMaster" Target="/ppt/notesMasters/notesMaster1.xml" Id="R8bff14e98daa43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c9d3930caab4e6d" /><Relationship Type="http://schemas.openxmlformats.org/officeDocument/2006/relationships/notesMaster" Target="/ppt/notesMasters/notesMaster1.xml" Id="R4d0de907b87f48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d910a354fc44a6" /><Relationship Type="http://schemas.openxmlformats.org/officeDocument/2006/relationships/notesMaster" Target="/ppt/notesMasters/notesMaster1.xml" Id="R170ca2a0f93048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522daa2de4d44b4" /><Relationship Type="http://schemas.openxmlformats.org/officeDocument/2006/relationships/notesMaster" Target="/ppt/notesMasters/notesMaster1.xml" Id="R30c6f40fbbdf46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app/askagent/route.ts; lib/service.ts. AskAgent v0.1 is a link-based protocol for conversations between a visiting assistant and a website-specific agent.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https://llmstxt.org/ (official proposal); app/llms.txt/route.ts; user-provided product framing. llms.txt offers context, instructions, and links. This comparison describes the visiting agent’s responsibilities, not a measured performance result. AskAgent can also use llms.txt for discovery.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lib/service.ts; lib/catalog.ts; docs/architecture.md. The current domain adapter is a florist catalog. The website agent answers using site data and deterministic business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app/askagent/route.ts; app/.well-known/askagent.json/route.ts; lib/links.ts; lib/service.ts. The transport is ordinary HTTP with Markdown, HTML, or JSON responses and full next-step URLs. It requires no MCP server, connector, or client-specific tool registration. The caller needs web access and must be able to discover and follow returned links.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lib/links.ts; lib/service.ts; lib/quote.ts; components/product-checkout.tsx. In the prototype, evidence, quote, transcript, and checkout links preserve the conversation context. The human explicitly confirms a simulated order. No real payment is taken.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user-provided product vision; README.md. The florist adapter demonstrates the conversation, evidence, quote, and human handoff contract. Additional website workflows require their own adapters.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dd1118a12a467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8f7f217ec4a4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99a4d5f524464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865c2efe0741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4083a08df0400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459bf7086842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5B19708-EB19-446B-8FA7-BFF6A5BF6D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7FAF6A2-76AE-476A-94FC-9588BD7841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FB263F-F05F-4AEF-A43E-930D71FF0B0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02DC8B3-A275-47B3-A3AA-A1672C566D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E35B7C-12DB-46C0-9521-2EFEBAEBFA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9F90276-A2C6-48F7-A481-7F676C4DCD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57CBBF-9446-44A7-8DD9-F0ECED6B28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FFF32AA-1D89-4755-A884-3973181DC1F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81B4D-4C2D-45A9-86B4-E4E0C03A46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1D873A0-CC78-4D04-9236-3710AADEE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0a1d788ef754aa3" /><Relationship Type="http://schemas.openxmlformats.org/officeDocument/2006/relationships/slideLayout" Target="/ppt/slideLayouts/slideLayout1.xml" Id="R6cfe44a481ef45f4" /><Relationship Type="http://schemas.openxmlformats.org/officeDocument/2006/relationships/slideLayout" Target="/ppt/slideLayouts/slideLayout2.xml" Id="Ra4bf0d0a38614358" /><Relationship Type="http://schemas.openxmlformats.org/officeDocument/2006/relationships/slideLayout" Target="/ppt/slideLayouts/slideLayout3.xml" Id="R1e1ef0fec3494475" /><Relationship Type="http://schemas.openxmlformats.org/officeDocument/2006/relationships/slideLayout" Target="/ppt/slideLayouts/slideLayout4.xml" Id="Rd9174d4138c24599" /><Relationship Type="http://schemas.openxmlformats.org/officeDocument/2006/relationships/slideLayout" Target="/ppt/slideLayouts/slideLayout5.xml" Id="Rc2e0b8cd170b4c24" /><Relationship Type="http://schemas.openxmlformats.org/officeDocument/2006/relationships/slideLayout" Target="/ppt/slideLayouts/slideLayout6.xml" Id="Ra2c780d772e54a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fe44a481ef45f4"/>
    <p:sldLayoutId xmlns:r="http://schemas.openxmlformats.org/officeDocument/2006/relationships" id="2147483650" r:id="Ra4bf0d0a38614358"/>
    <p:sldLayoutId xmlns:r="http://schemas.openxmlformats.org/officeDocument/2006/relationships" id="2147483651" r:id="R1e1ef0fec3494475"/>
    <p:sldLayoutId xmlns:r="http://schemas.openxmlformats.org/officeDocument/2006/relationships" id="2147483652" r:id="Rd9174d4138c24599"/>
    <p:sldLayoutId xmlns:r="http://schemas.openxmlformats.org/officeDocument/2006/relationships" id="2147483653" r:id="Rc2e0b8cd170b4c24"/>
    <p:sldLayoutId xmlns:r="http://schemas.openxmlformats.org/officeDocument/2006/relationships" id="2147483654" r:id="Ra2c780d772e54a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47696c67714f29" /><Relationship Type="http://schemas.openxmlformats.org/officeDocument/2006/relationships/notesSlide" Target="/ppt/notesSlides/notesSlide1.xml" Id="Red24edc017f742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ad9e43c058d4757" /><Relationship Type="http://schemas.openxmlformats.org/officeDocument/2006/relationships/notesSlide" Target="/ppt/notesSlides/notesSlide2.xml" Id="R8afecebbc45b43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dc7e0d2ed24b2f" /><Relationship Type="http://schemas.openxmlformats.org/officeDocument/2006/relationships/notesSlide" Target="/ppt/notesSlides/notesSlide3.xml" Id="Rbdf245d022474ab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58f8b7bb44c00" /><Relationship Type="http://schemas.openxmlformats.org/officeDocument/2006/relationships/notesSlide" Target="/ppt/notesSlides/notesSlide4.xml" Id="R84c82545225d4b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ccd712bbe84c4e" /><Relationship Type="http://schemas.openxmlformats.org/officeDocument/2006/relationships/notesSlide" Target="/ppt/notesSlides/notesSlide5.xml" Id="R288177b5802741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7f1a2204554463" /><Relationship Type="http://schemas.openxmlformats.org/officeDocument/2006/relationships/notesSlide" Target="/ppt/notesSlides/notesSlide6.xml" Id="R98ed649506564a0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4F06CABB-17EC-441E-B5EC-858EB6524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28675"/>
            <a:ext cx="107442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25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25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AskAgent</a:t>
            </a:r>
          </a:p>
          <a:p xmlns:a="http://schemas.openxmlformats.org/drawingml/2006/main">
            <a:pPr algn="l">
              <a:defRPr sz="825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Protocol</a:t>
            </a:r>
          </a:p>
        </p:txBody>
      </p:sp>
      <p:sp>
        <p:nvSpPr>
          <p:cNvPr id="2" name="opening">
            <a:extLst xmlns:a="http://schemas.openxmlformats.org/drawingml/2006/main">
              <a:ext uri="{FF2B5EF4-FFF2-40B4-BE49-F238E27FC236}">
                <a16:creationId xmlns:a16="http://schemas.microsoft.com/office/drawing/2014/main" id="{1D3F2DDE-40DE-4210-80AD-BCF1BECE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62425"/>
            <a:ext cx="10572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825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825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825" b="0">
                <a:solidFill>
                  <a:srgbClr val="20231E"/>
                </a:solidFill>
                <a:latin typeface="Arial"/>
                <a:ea typeface="Arial"/>
                <a:cs typeface="Arial"/>
              </a:rPr>
              <a:t>Your agent talks to</a:t>
            </a:r>
          </a:p>
          <a:p xmlns:a="http://schemas.openxmlformats.org/drawingml/2006/main">
            <a:pPr algn="l">
              <a:defRPr sz="3825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825" b="0">
                <a:solidFill>
                  <a:srgbClr val="20231E"/>
                </a:solidFill>
                <a:latin typeface="Arial"/>
                <a:ea typeface="Arial"/>
                <a:cs typeface="Arial"/>
              </a:rPr>
              <a:t>the website’s agent</a:t>
            </a:r>
          </a:p>
        </p:txBody>
      </p:sp>
    </p:spTree>
    <p:extLst>
      <p:ext uri="{BB962C8B-B14F-4D97-AF65-F5344CB8AC3E}">
        <p14:creationId xmlns:p14="http://schemas.microsoft.com/office/powerpoint/2010/main" val="1231819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D2CB05-C0FA-43F6-BFF5-51288D66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BB5458A-9A98-407F-8C78-FDC11024D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How agents use websites today</a:t>
            </a:r>
          </a:p>
        </p:txBody>
      </p:sp>
      <p:sp>
        <p:nvSpPr>
          <p:cNvPr id="3" name="llms-label">
            <a:extLst xmlns:a="http://schemas.openxmlformats.org/drawingml/2006/main">
              <a:ext uri="{FF2B5EF4-FFF2-40B4-BE49-F238E27FC236}">
                <a16:creationId xmlns:a16="http://schemas.microsoft.com/office/drawing/2014/main" id="{69941D3C-70F7-4989-813A-81BB5EC59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4648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4C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4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04C3C"/>
                </a:solidFill>
                <a:latin typeface="Arial"/>
                <a:ea typeface="Arial"/>
                <a:cs typeface="Arial"/>
              </a:rPr>
              <a:t>llms.txt</a:t>
            </a:r>
          </a:p>
        </p:txBody>
      </p:sp>
      <p:sp>
        <p:nvSpPr>
          <p:cNvPr id="4" name="llms-description">
            <a:extLst xmlns:a="http://schemas.openxmlformats.org/drawingml/2006/main">
              <a:ext uri="{FF2B5EF4-FFF2-40B4-BE49-F238E27FC236}">
                <a16:creationId xmlns:a16="http://schemas.microsoft.com/office/drawing/2014/main" id="{A8313BD9-8B0D-49F7-A5CB-B4844B92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81375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231E"/>
                </a:solidFill>
                <a:latin typeface="Arial"/>
                <a:ea typeface="Arial"/>
                <a:cs typeface="Arial"/>
              </a:rPr>
              <a:t>Read the guidance.</a:t>
            </a:r>
          </a:p>
        </p:txBody>
      </p:sp>
      <p:sp>
        <p:nvSpPr>
          <p:cNvPr id="5" name="browser-label">
            <a:extLst xmlns:a="http://schemas.openxmlformats.org/drawingml/2006/main">
              <a:ext uri="{FF2B5EF4-FFF2-40B4-BE49-F238E27FC236}">
                <a16:creationId xmlns:a16="http://schemas.microsoft.com/office/drawing/2014/main" id="{97E9455A-AE9A-49FB-B514-4294698E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19375"/>
            <a:ext cx="46577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304C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304C3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304C3C"/>
                </a:solidFill>
                <a:latin typeface="Arial"/>
                <a:ea typeface="Arial"/>
                <a:cs typeface="Arial"/>
              </a:rPr>
              <a:t>Browser UI</a:t>
            </a:r>
          </a:p>
        </p:txBody>
      </p:sp>
      <p:sp>
        <p:nvSpPr>
          <p:cNvPr id="6" name="browser-description">
            <a:extLst xmlns:a="http://schemas.openxmlformats.org/drawingml/2006/main">
              <a:ext uri="{FF2B5EF4-FFF2-40B4-BE49-F238E27FC236}">
                <a16:creationId xmlns:a16="http://schemas.microsoft.com/office/drawing/2014/main" id="{CEDF3778-DBA0-4340-B2CC-C85E96B0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381375"/>
            <a:ext cx="46577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231E"/>
                </a:solidFill>
                <a:latin typeface="Arial"/>
                <a:ea typeface="Arial"/>
                <a:cs typeface="Arial"/>
              </a:rPr>
              <a:t>Navigate the interface.</a:t>
            </a:r>
          </a:p>
        </p:txBody>
      </p:sp>
      <p:sp>
        <p:nvSpPr>
          <p:cNvPr id="7" name="takeaway">
            <a:extLst xmlns:a="http://schemas.openxmlformats.org/drawingml/2006/main">
              <a:ext uri="{FF2B5EF4-FFF2-40B4-BE49-F238E27FC236}">
                <a16:creationId xmlns:a16="http://schemas.microsoft.com/office/drawing/2014/main" id="{E7CBAE3E-F003-4494-9A61-EC32E48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7442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The visiting agent still has to</a:t>
            </a:r>
          </a:p>
          <a:p xmlns:a="http://schemas.openxmlformats.org/drawingml/2006/main">
            <a:pPr algn="l">
              <a:defRPr sz="29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work out the website’s workflow.</a:t>
            </a:r>
          </a:p>
        </p:txBody>
      </p:sp>
    </p:spTree>
    <p:extLst>
      <p:ext uri="{BB962C8B-B14F-4D97-AF65-F5344CB8AC3E}">
        <p14:creationId xmlns:p14="http://schemas.microsoft.com/office/powerpoint/2010/main" val="1131506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DB111C-5160-46A5-BD19-43370F35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1F2C4F3-551D-41CB-8594-2D87F1DE3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2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2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The website’s own agent</a:t>
            </a:r>
          </a:p>
        </p:txBody>
      </p:sp>
      <p:sp>
        <p:nvSpPr>
          <p:cNvPr id="3" name="visitor-role">
            <a:extLst xmlns:a="http://schemas.openxmlformats.org/drawingml/2006/main">
              <a:ext uri="{FF2B5EF4-FFF2-40B4-BE49-F238E27FC236}">
                <a16:creationId xmlns:a16="http://schemas.microsoft.com/office/drawing/2014/main" id="{568CF020-8C0D-4AC5-BDAD-D34BA99A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51816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Your agent</a:t>
            </a:r>
          </a:p>
          <a:p xmlns:a="http://schemas.openxmlformats.org/drawingml/2006/main">
            <a:pPr algn="l">
              <a:defRPr sz="36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brings intent</a:t>
            </a:r>
          </a:p>
        </p:txBody>
      </p:sp>
      <p:sp>
        <p:nvSpPr>
          <p:cNvPr id="4" name="website-role">
            <a:extLst xmlns:a="http://schemas.openxmlformats.org/drawingml/2006/main">
              <a:ext uri="{FF2B5EF4-FFF2-40B4-BE49-F238E27FC236}">
                <a16:creationId xmlns:a16="http://schemas.microsoft.com/office/drawing/2014/main" id="{69E1B39C-34CB-4BB3-AE57-0E4DE8F7F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752725"/>
            <a:ext cx="46577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2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The website’s agent</a:t>
            </a:r>
          </a:p>
          <a:p xmlns:a="http://schemas.openxmlformats.org/drawingml/2006/main">
            <a:pPr algn="l">
              <a:defRPr sz="32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brings expertise</a:t>
            </a:r>
          </a:p>
        </p:txBody>
      </p:sp>
      <p:sp>
        <p:nvSpPr>
          <p:cNvPr id="5" name="domain-expertise">
            <a:extLst xmlns:a="http://schemas.openxmlformats.org/drawingml/2006/main">
              <a:ext uri="{FF2B5EF4-FFF2-40B4-BE49-F238E27FC236}">
                <a16:creationId xmlns:a16="http://schemas.microsoft.com/office/drawing/2014/main" id="{483E6D97-8BB6-448D-8F94-2A1C10DD4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744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6C6F69"/>
                </a:solidFill>
                <a:latin typeface="Arial"/>
                <a:ea typeface="Arial"/>
                <a:cs typeface="Arial"/>
              </a:rPr>
              <a:t>Designed around the site’s data and workflows.</a:t>
            </a:r>
          </a:p>
        </p:txBody>
      </p:sp>
    </p:spTree>
    <p:extLst>
      <p:ext uri="{BB962C8B-B14F-4D97-AF65-F5344CB8AC3E}">
        <p14:creationId xmlns:p14="http://schemas.microsoft.com/office/powerpoint/2010/main" val="19624072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0231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09BD350-3787-4F4F-9446-08957BA1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C4DF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C4DF9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C4DF9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2DD7CBE-3ADE-4974-99CA-19DD61E2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00" b="1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7F7F2"/>
                </a:solidFill>
                <a:latin typeface="Arial"/>
                <a:ea typeface="Arial"/>
                <a:cs typeface="Arial"/>
              </a:rPr>
              <a:t>One link starts the conversation</a:t>
            </a:r>
          </a:p>
        </p:txBody>
      </p:sp>
      <p:sp>
        <p:nvSpPr>
          <p:cNvPr id="3" name="protocol-path">
            <a:extLst xmlns:a="http://schemas.openxmlformats.org/drawingml/2006/main">
              <a:ext uri="{FF2B5EF4-FFF2-40B4-BE49-F238E27FC236}">
                <a16:creationId xmlns:a16="http://schemas.microsoft.com/office/drawing/2014/main" id="{166B9426-8C71-4D20-84EA-8DC7592E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07442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8100" b="1">
                <a:solidFill>
                  <a:srgbClr val="C4DF9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8100" b="1">
                <a:solidFill>
                  <a:srgbClr val="C4DF92"/>
                </a:solidFill>
                <a:latin typeface="Arial"/>
                <a:ea typeface="Arial"/>
                <a:cs typeface="Arial"/>
              </a:defRPr>
            </a:pPr>
            <a:r>
              <a:rPr sz="8100" b="1">
                <a:solidFill>
                  <a:srgbClr val="C4DF92"/>
                </a:solidFill>
                <a:latin typeface="Arial"/>
                <a:ea typeface="Arial"/>
                <a:cs typeface="Arial"/>
              </a:rPr>
              <a:t>/askagent</a:t>
            </a:r>
          </a:p>
        </p:txBody>
      </p:sp>
      <p:sp>
        <p:nvSpPr>
          <p:cNvPr id="4" name="setup">
            <a:extLst xmlns:a="http://schemas.openxmlformats.org/drawingml/2006/main">
              <a:ext uri="{FF2B5EF4-FFF2-40B4-BE49-F238E27FC236}">
                <a16:creationId xmlns:a16="http://schemas.microsoft.com/office/drawing/2014/main" id="{8BF36A49-5BE1-48BA-BE2B-168CF7A1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91075"/>
            <a:ext cx="1070610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1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150" b="0">
                <a:solidFill>
                  <a:srgbClr val="F7F7F2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F7F7F2"/>
                </a:solidFill>
                <a:latin typeface="Arial"/>
                <a:ea typeface="Arial"/>
                <a:cs typeface="Arial"/>
              </a:rPr>
              <a:t>No MCP or connector setup</a:t>
            </a:r>
          </a:p>
        </p:txBody>
      </p:sp>
    </p:spTree>
    <p:extLst>
      <p:ext uri="{BB962C8B-B14F-4D97-AF65-F5344CB8AC3E}">
        <p14:creationId xmlns:p14="http://schemas.microsoft.com/office/powerpoint/2010/main" val="13604905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549D85-A3C0-4563-B631-12F834AC3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1000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6C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C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1B6B4D0-6163-4197-B284-CA310930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47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1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12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An answer with a next step</a:t>
            </a:r>
          </a:p>
        </p:txBody>
      </p:sp>
      <p:sp>
        <p:nvSpPr>
          <p:cNvPr id="3" name="workflow">
            <a:extLst xmlns:a="http://schemas.openxmlformats.org/drawingml/2006/main">
              <a:ext uri="{FF2B5EF4-FFF2-40B4-BE49-F238E27FC236}">
                <a16:creationId xmlns:a16="http://schemas.microsoft.com/office/drawing/2014/main" id="{7127A0FB-EA24-44A6-AEFC-6B2451E5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107442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The website carries the conversation</a:t>
            </a:r>
          </a:p>
          <a:p xmlns:a="http://schemas.openxmlformats.org/drawingml/2006/main">
            <a:pPr algn="l">
              <a:defRPr sz="3600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into its own workflow.</a:t>
            </a:r>
          </a:p>
        </p:txBody>
      </p:sp>
    </p:spTree>
    <p:extLst>
      <p:ext uri="{BB962C8B-B14F-4D97-AF65-F5344CB8AC3E}">
        <p14:creationId xmlns:p14="http://schemas.microsoft.com/office/powerpoint/2010/main" val="11729105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rand">
            <a:extLst xmlns:a="http://schemas.openxmlformats.org/drawingml/2006/main">
              <a:ext uri="{FF2B5EF4-FFF2-40B4-BE49-F238E27FC236}">
                <a16:creationId xmlns:a16="http://schemas.microsoft.com/office/drawing/2014/main" id="{BA657692-E208-4471-9DD2-873D8592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744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9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39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AskAgent Protocol</a:t>
            </a:r>
          </a:p>
        </p:txBody>
      </p:sp>
      <p:sp>
        <p:nvSpPr>
          <p:cNvPr id="2" name="closing">
            <a:extLst xmlns:a="http://schemas.openxmlformats.org/drawingml/2006/main">
              <a:ext uri="{FF2B5EF4-FFF2-40B4-BE49-F238E27FC236}">
                <a16:creationId xmlns:a16="http://schemas.microsoft.com/office/drawing/2014/main" id="{223C5882-8C7F-47D3-B805-7A9BC67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07442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54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54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Website expertise,</a:t>
            </a:r>
          </a:p>
          <a:p xmlns:a="http://schemas.openxmlformats.org/drawingml/2006/main">
            <a:pPr algn="l">
              <a:defRPr sz="5475" b="1">
                <a:solidFill>
                  <a:srgbClr val="20231E"/>
                </a:solidFill>
                <a:latin typeface="Arial"/>
                <a:ea typeface="Arial"/>
                <a:cs typeface="Arial"/>
              </a:defRPr>
            </a:pPr>
            <a:r>
              <a:rPr sz="5475" b="1">
                <a:solidFill>
                  <a:srgbClr val="20231E"/>
                </a:solidFill>
                <a:latin typeface="Arial"/>
                <a:ea typeface="Arial"/>
                <a:cs typeface="Arial"/>
              </a:rPr>
              <a:t>one conversation away.</a:t>
            </a:r>
          </a:p>
        </p:txBody>
      </p:sp>
    </p:spTree>
    <p:extLst>
      <p:ext uri="{BB962C8B-B14F-4D97-AF65-F5344CB8AC3E}">
        <p14:creationId xmlns:p14="http://schemas.microsoft.com/office/powerpoint/2010/main" val="6203001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2026-10-12T12:46:04.8780000Z</dcterms:created>
  <dcterms:modified xsi:type="dcterms:W3CDTF">2026-10-12T12:46:04.8780000Z</dcterms:modified>
</coreProperties>
</file>